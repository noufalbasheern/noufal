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439" r:id="rId4"/>
    <p:sldId id="419" r:id="rId6"/>
    <p:sldId id="391" r:id="rId7"/>
    <p:sldId id="392" r:id="rId8"/>
    <p:sldId id="396" r:id="rId9"/>
    <p:sldId id="393" r:id="rId10"/>
    <p:sldId id="408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9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8288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</a:t>
            </a:r>
            <a:endParaRPr sz="2800" b="1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1DC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OPERATIONS TECHNOLOGY</a:t>
            </a:r>
            <a:endParaRPr sz="1100" b="1">
              <a:solidFill>
                <a:srgbClr val="91DCD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530352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October</a:t>
            </a:r>
            <a:r>
              <a:rPr sz="32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2026</a:t>
            </a:r>
            <a:endParaRPr sz="3200" b="1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731393" y="2660650"/>
            <a:ext cx="804672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Weekly</a:t>
            </a:r>
            <a:r>
              <a:rPr sz="2600" b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Project Progress</a:t>
            </a:r>
            <a:endParaRPr sz="2600" b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749808" y="3310128"/>
            <a:ext cx="7772400" cy="291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8E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Robotic Automation Projects </a:t>
            </a:r>
            <a:endParaRPr sz="1300" b="0">
              <a:solidFill>
                <a:srgbClr val="CDD8E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749808" y="53949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4C4D2"/>
                </a:solidFill>
                <a:latin typeface="Aptos"/>
              </a:rPr>
              <a:t>Stellantis • Daimler • Helical • Ather • BMW RAD</a:t>
            </a:r>
            <a:endParaRPr sz="1100" b="0">
              <a:solidFill>
                <a:srgbClr val="B4C4D2"/>
              </a:solidFill>
              <a:latin typeface="Aptos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LGB | Operations Technology</a:t>
            </a:r>
            <a:endParaRPr sz="800" b="0">
              <a:solidFill>
                <a:srgbClr val="5A69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ROJECT OVERVIEW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0" y="1270000"/>
          <a:ext cx="12192000" cy="4146550"/>
        </p:xfrm>
        <a:graphic>
          <a:graphicData uri="http://schemas.openxmlformats.org/drawingml/2006/table">
            <a:tbl>
              <a:tblPr/>
              <a:tblGrid>
                <a:gridCol w="533400"/>
                <a:gridCol w="1765300"/>
                <a:gridCol w="2643505"/>
                <a:gridCol w="1808480"/>
                <a:gridCol w="1308100"/>
                <a:gridCol w="1309370"/>
                <a:gridCol w="2823845"/>
              </a:tblGrid>
              <a:tr h="51689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Process Scope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Robots / Cobots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 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Current Status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Stellantis line 1-Phase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, Ultrasonic washing , Vision , OilWashing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 × UR12e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07-07-2025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20-07-2026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Installation &amp; inprogress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Helical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 UR12e Cobot + 1 yaska</a:t>
                      </a:r>
                      <a:r>
                        <a:rPr 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w</a:t>
                      </a:r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a 20kg robot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31-03-2026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</a:t>
                      </a:r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 Cobot cell installation &amp; commissioning inprogress</a:t>
                      </a:r>
                      <a:endParaRPr 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12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Daimler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4 × UR12e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24-04-2026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15-10-2026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One cell production trail done, </a:t>
                      </a: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/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To start program for next cell</a:t>
                      </a: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7594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Ather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5 × ABB 12kg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15-02-2026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24</a:t>
                      </a:r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-10-2026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Waiting for FAT</a:t>
                      </a: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8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en-US"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BMW RAD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OP20→OP30→OP40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4 Cobots + 1 AMR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02-02-2026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28</a:t>
                      </a:r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DAP Review Pending</a:t>
                      </a:r>
                      <a:endParaRPr 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Content Placeholder 2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466725" y="1219835"/>
            <a:ext cx="11181715" cy="199517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356870" y="756920"/>
            <a:ext cx="359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n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WEEK 01 (PLAN vs ACTUAL)</a:t>
            </a:r>
            <a:endParaRPr lang="en-US" altLang="en-GB">
              <a:ln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56870" y="3541395"/>
            <a:ext cx="359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WEEK 02 (PLANNED ACTIVITY)</a:t>
            </a:r>
            <a:endParaRPr lang="en-US" altLang="en-GB"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Content Placeholder 1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725" y="3999230"/>
            <a:ext cx="11181080" cy="114681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466725" y="1099185"/>
            <a:ext cx="6604000" cy="2603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66725" y="3883660"/>
            <a:ext cx="6604000" cy="2603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61925" y="2720975"/>
            <a:ext cx="3286760" cy="80835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IN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Robonetics Software Demo_Dashboard</a:t>
            </a:r>
            <a:endParaRPr lang="en-US" altLang="en-GB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3373755" y="859790"/>
            <a:ext cx="8472170" cy="5005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HELICAL LINE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56870" y="756920"/>
            <a:ext cx="359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WEEK 01 (PLAN vs ACTUAL)</a:t>
            </a:r>
            <a:endParaRPr lang="en-US" altLang="en-GB"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56870" y="3541395"/>
            <a:ext cx="359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WEEK 02 (PLANNED ACTIVITY)</a:t>
            </a:r>
            <a:endParaRPr lang="en-US" altLang="en-GB"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66725" y="1099185"/>
            <a:ext cx="6604000" cy="2603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66725" y="3883660"/>
            <a:ext cx="6604000" cy="2603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" name="Content Placeholder 9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466725" y="1203960"/>
            <a:ext cx="11057890" cy="1645920"/>
          </a:xfrm>
          <a:prstGeom prst="rect">
            <a:avLst/>
          </a:prstGeom>
        </p:spPr>
      </p:pic>
      <p:pic>
        <p:nvPicPr>
          <p:cNvPr id="14" name="Content Placeholder 1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725" y="3987800"/>
            <a:ext cx="11057255" cy="1397635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4293870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56870" y="756920"/>
            <a:ext cx="359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WEEK 01 (PLAN vs ACTUAL)</a:t>
            </a:r>
            <a:endParaRPr lang="en-US" altLang="en-GB"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56870" y="3541395"/>
            <a:ext cx="359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WEEK 02 (PLANNED ACTIVITY)</a:t>
            </a:r>
            <a:endParaRPr lang="en-US" altLang="en-GB"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66725" y="1099185"/>
            <a:ext cx="6604000" cy="2603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66725" y="3883660"/>
            <a:ext cx="6604000" cy="2603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6" name="Content Placeholder 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466725" y="1185545"/>
            <a:ext cx="11153775" cy="1786890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725" y="3974465"/>
            <a:ext cx="11153775" cy="2014220"/>
          </a:xfrm>
          <a:prstGeom prst="rect">
            <a:avLst/>
          </a:prstGeom>
        </p:spPr>
      </p:pic>
      <p:sp>
        <p:nvSpPr>
          <p:cNvPr id="14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255770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48070" y="2797175"/>
            <a:ext cx="5205730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 ONE CELL PRODUCTION VIDEO </a:t>
            </a:r>
            <a:r>
              <a:rPr lang="en-IN" alt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altLang="en-US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WhatsApp Video 2026-10-06 at 06.13.1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23390" y="866775"/>
            <a:ext cx="3857625" cy="5210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en-US" sz="2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sym typeface="+mn-ea"/>
              </a:rPr>
              <a:t>OTHER </a:t>
            </a:r>
            <a:r>
              <a:rPr sz="2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sym typeface="+mn-ea"/>
              </a:rPr>
              <a:t>PROJECT </a:t>
            </a:r>
            <a:r>
              <a:rPr lang="en-US" sz="2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sym typeface="+mn-ea"/>
              </a:rPr>
              <a:t>DETAILS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528320" y="1003935"/>
          <a:ext cx="10950575" cy="3985895"/>
        </p:xfrm>
        <a:graphic>
          <a:graphicData uri="http://schemas.openxmlformats.org/drawingml/2006/table">
            <a:tbl>
              <a:tblPr/>
              <a:tblGrid>
                <a:gridCol w="2004695"/>
                <a:gridCol w="1395095"/>
                <a:gridCol w="975360"/>
                <a:gridCol w="1027430"/>
                <a:gridCol w="1002030"/>
                <a:gridCol w="1019175"/>
                <a:gridCol w="965200"/>
                <a:gridCol w="1440815"/>
                <a:gridCol w="1120775"/>
              </a:tblGrid>
              <a:tr h="396240">
                <a:tc rowSpan="2">
                  <a:txBody>
                    <a:bodyPr/>
                    <a:p>
                      <a:pPr algn="ctr" fontAlgn="ctr"/>
                      <a:r>
                        <a:rPr lang="en-US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Project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Description</a:t>
                      </a:r>
                      <a:endParaRPr lang="en-US" alt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Team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% Complete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Remarks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</a:tr>
              <a:tr h="2844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Start</a:t>
                      </a:r>
                      <a:endParaRPr sz="16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Finish</a:t>
                      </a:r>
                      <a:endParaRPr sz="16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Start</a:t>
                      </a:r>
                      <a:endParaRPr sz="16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Finish</a:t>
                      </a:r>
                      <a:endParaRPr sz="16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84885"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Ather Project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Cobot received and waiting for FAT</a:t>
                      </a:r>
                      <a:endParaRPr lang="en-US" alt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Melss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14.10.2026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15.10.2026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BMW RAD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Revised DAP review pending</a:t>
                      </a:r>
                      <a:endParaRPr lang="en-US" alt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Robonetics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12.10.2026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12.10.2026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89940"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Timing Mark Sprocket(Gear)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Production trail completed</a:t>
                      </a:r>
                      <a:endParaRPr lang="en-US" alt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Smartscope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05.10.2026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09.10.2026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05.10.2026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09.10.2026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930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Linear Measurement(Ather)</a:t>
                      </a:r>
                      <a:endParaRPr lang="en-US" alt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POC completed</a:t>
                      </a:r>
                      <a:endParaRPr lang="en-US" alt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Smartscope</a:t>
                      </a:r>
                      <a:endParaRPr lang="en-US" alt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08.10.2026</a:t>
                      </a:r>
                      <a:endParaRPr lang="en-US" alt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09.10.2026</a:t>
                      </a:r>
                      <a:endParaRPr lang="en-US" alt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08.10.2026</a:t>
                      </a:r>
                      <a:endParaRPr lang="en-US" alt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09.10.2026</a:t>
                      </a:r>
                      <a:endParaRPr lang="en-US" alt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  <a:endParaRPr lang="en-US" alt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GB" alt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Box 1"/>
          <p:cNvSpPr txBox="1"/>
          <p:nvPr/>
        </p:nvSpPr>
        <p:spPr>
          <a:xfrm>
            <a:off x="6749415" y="4083050"/>
            <a:ext cx="436943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6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altLang="en-US" sz="6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777240" y="1828800"/>
            <a:ext cx="45720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ptos"/>
              </a:rPr>
              <a:t>October</a:t>
            </a:r>
            <a:r>
              <a:rPr sz="2600" b="1">
                <a:solidFill>
                  <a:srgbClr val="FFFFFF"/>
                </a:solidFill>
                <a:latin typeface="Aptos"/>
              </a:rPr>
              <a:t> 2026</a:t>
            </a:r>
            <a:endParaRPr sz="2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777240" y="2395728"/>
            <a:ext cx="7772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0">
                <a:solidFill>
                  <a:srgbClr val="FFFFFF"/>
                </a:solidFill>
                <a:latin typeface="Aptos"/>
              </a:rPr>
              <a:t>Weekly </a:t>
            </a:r>
            <a:r>
              <a:rPr sz="2800" b="0">
                <a:solidFill>
                  <a:srgbClr val="FFFFFF"/>
                </a:solidFill>
                <a:latin typeface="Aptos"/>
              </a:rPr>
              <a:t>Project progress review </a:t>
            </a:r>
            <a:endParaRPr sz="2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777240" y="36576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1DCDC"/>
                </a:solidFill>
                <a:latin typeface="Aptos"/>
              </a:rPr>
              <a:t>LGB | Operations Technology</a:t>
            </a:r>
            <a:endParaRPr sz="1300" b="1">
              <a:solidFill>
                <a:srgbClr val="91DCDC"/>
              </a:solidFill>
              <a:latin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1927</Words>
  <Application>WPS Presentation</Application>
  <PresentationFormat>Widescreen</PresentationFormat>
  <Paragraphs>243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SimSun</vt:lpstr>
      <vt:lpstr>Wingdings</vt:lpstr>
      <vt:lpstr>Aptos</vt:lpstr>
      <vt:lpstr>Segoe Print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Aptos Display</vt:lpstr>
      <vt:lpstr>Arial</vt:lpstr>
      <vt:lpstr>Aptos</vt:lpstr>
      <vt:lpstr>Calibri</vt:lpstr>
      <vt:lpstr>Sylfaen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Karthik M</dc:creator>
  <cp:lastModifiedBy>anandakumar</cp:lastModifiedBy>
  <cp:revision>339</cp:revision>
  <dcterms:created xsi:type="dcterms:W3CDTF">2024-03-07T14:31:00Z</dcterms:created>
  <dcterms:modified xsi:type="dcterms:W3CDTF">2026-10-10T06:47:52Z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2057-11.2.0.10017</vt:lpwstr>
  </property>
  <property fmtid="{D5CDD505-2E9C-101B-9397-08002B2CF9AE}" pid="3" name="ICV">
    <vt:lpwstr>A76EE7BB7F1942FEBA1FA2AD388E26D3_13</vt:lpwstr>
  </property>
</Properties>
</file>